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A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A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0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0A3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0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0A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0A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0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0A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CDA5"/>
                </a:solidFill>
              </a:defRPr>
            </a:pPr>
            <a:r>
              <a:t>公民與社會 | 高三複習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權力分立與制衡</a:t>
            </a:r>
            <a:br/>
            <a:r>
              <a:t>——情境判斷這樣學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26080"/>
            <a:ext cx="39319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F4F8"/>
                </a:solidFill>
              </a:defRPr>
            </a:pPr>
            <a:r>
              <a:t>學習路徑：為什麼要分權 → 三權怎麼互動 → 情境題怎麼解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本節目標：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理解權力分立的目的（不是為了吵架，是為了避免獨裁）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能判斷真實情境中哪個權力在運作（行政？立法？司法？）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能辨識「制衡」關係與「權力越界」的常見考題陷阱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權力分立不是「三權各自為政」！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先來破除最大迷思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E8F4F8"/>
                </a:solidFill>
              </a:defRPr>
            </a:pPr>
            <a:r>
              <a:t>核心觀念：</a:t>
            </a:r>
          </a:p>
          <a:p>
            <a:pPr>
              <a:spcAft>
                <a:spcPts val="600"/>
              </a:spcAft>
              <a:defRPr sz="2200">
                <a:solidFill>
                  <a:srgbClr val="E8F4F8"/>
                </a:solidFill>
              </a:defRPr>
            </a:pPr>
            <a:r>
              <a:t>  ▸ 權力分立（Separation of Powers）：行政、立法、司法各自獨立</a:t>
            </a:r>
          </a:p>
          <a:p>
            <a:pPr>
              <a:spcAft>
                <a:spcPts val="600"/>
              </a:spcAft>
              <a:defRPr sz="2200">
                <a:solidFill>
                  <a:srgbClr val="E8F4F8"/>
                </a:solidFill>
              </a:defRPr>
            </a:pPr>
            <a:r>
              <a:t>  ▸ 權力制衡（Checks and Balances）：彼此監督、互相節制</a:t>
            </a:r>
          </a:p>
          <a:p>
            <a:pPr>
              <a:spcAft>
                <a:spcPts val="600"/>
              </a:spcAft>
              <a:defRPr sz="2200">
                <a:solidFill>
                  <a:srgbClr val="E8F4F8"/>
                </a:solidFill>
              </a:defRPr>
            </a:pPr>
            <a:r>
              <a:t>  ▸ 目的：防止政府權力過度集中 → 保障人民權利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4320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情境選擇題 │ 第1題：迷思檢測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新聞報導：「行政院長在立法院備詢時，立法委員對其施政提出質疑。」</a:t>
            </a:r>
            <a:br/>
            <a:r>
              <a:t>這屬於哪種權力互動？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行政權干預立法權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立法權監督行政權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554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司法權介入行政權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29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三權完全獨立互不往來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8756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24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447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理由：立法委員質詢行政院長，是立法院行使「監督權」的具體表現，屬於立法權對行政權的制衡。</a:t>
            </a:r>
            <a:br/>
            <a:r>
              <a:t>A：行政院長是被監督方，不是干預方。C：這裡沒有法院或法官。D：實際上權力間有互動，不是完全不往來。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60196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6019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常見錯誤：同學常誤以為「質詢=行政與立法吵架」，但這是憲法賦予立法院的合法監督工具，是正常制衡運作。不要看到衝突就直覺選「不應該」。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三權分立的職掌與角色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先搞清楚誰在做什麼，才能判斷有沒有越界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371600"/>
            <a:ext cx="320040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🏢 行政權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F4F8"/>
                </a:solidFill>
              </a:defRPr>
            </a:pPr>
            <a:r>
              <a:t>執行法律、推動政策</a:t>
            </a:r>
            <a:br/>
            <a:r>
              <a:t>代表：總統、行政院</a:t>
            </a:r>
            <a:br/>
            <a:r>
              <a:t>口訣：做事的人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371600"/>
            <a:ext cx="3200400" cy="22860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📚 立法權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F4F8"/>
                </a:solidFill>
              </a:defRPr>
            </a:pPr>
            <a:r>
              <a:t>制定法律、審查預算</a:t>
            </a:r>
            <a:br/>
            <a:r>
              <a:t>代表：立法院</a:t>
            </a:r>
            <a:br/>
            <a:r>
              <a:t>口訣：訂規則的人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371600"/>
            <a:ext cx="3200400" cy="22860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⚖️ 司法權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F4F8"/>
                </a:solidFill>
              </a:defRPr>
            </a:pPr>
            <a:r>
              <a:t>解釋法律、審判案件</a:t>
            </a:r>
            <a:br/>
            <a:r>
              <a:t>代表：司法院、法官</a:t>
            </a:r>
            <a:br/>
            <a:r>
              <a:t>口訣：評理的人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31920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8F4F8"/>
                </a:solidFill>
              </a:defRPr>
            </a:pPr>
            <a:r>
              <a:t>制衡關係速記：行政做事 → 立法審查（預算+法律）→ 司法裁判（是否違法違憲）</a:t>
            </a:r>
          </a:p>
          <a:p>
            <a:pPr>
              <a:spcAft>
                <a:spcPts val="600"/>
              </a:spcAft>
              <a:defRPr sz="1800">
                <a:solidFill>
                  <a:srgbClr val="E8F4F8"/>
                </a:solidFill>
              </a:defRPr>
            </a:pPr>
            <a:r>
              <a:t>行政可以提出法律案（提案權），但需要立法院通過；立法院通過後，行政必須執行。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7200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第2題：職掌判斷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某縣市政府公告「禁止餐廳提供一次性塑膠吸管」，違者罰款。這屬於哪一權的行使？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立法權（因為涉及罰款規定）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336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司法權（因為要執行處罰）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84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行政權（因為是政府執行法律）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0317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監察權（因為要監督店家）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751636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7653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79735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理由：縣市政府發布行政命令並執行處罰，是行政機關執行法律的表現。</a:t>
            </a:r>
            <a:br/>
            <a:r>
              <a:t>雖然涉及罰款，但這是「依法行政」，並非制定新法律（那是立法院的事）。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843076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8430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常見錯誤：看到「罰款」就以為是司法權是大忌！行政機關也可以依法處罰（例如環保局開罰單），司法權是「事後審判」，不是開罰單。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權力制衡怎麼運作？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三個權力之間的「你中有我、我中有你」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行政 ↔ 立法：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立法審查預算（砍預算就是制衡）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立法質詢官員（要求來說明）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行政可提法律案、可覆議（退回法律請立院重審）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行政 ↔ 司法：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司法審查行政處分是否違法（行政訴訟）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立法 ↔ 司法：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大法官解釋法律是否違憲（司法院釋憲）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第3題：制衡判斷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51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立法院通過了《礦業法》修正案，但行政院認為部分條文窒礙難行，於是提出覆議。</a:t>
            </a:r>
            <a:br/>
            <a:r>
              <a:t>請問這是什麼權力的運作？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行政權侵犯立法權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223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立法權監督行政權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98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行政權對立法權的制衡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173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司法權介入立法程序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60196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7391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059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理由：行政院對立法院通過的法律提出覆議，是憲法賦予行政權的制衡工具，要求立法院重新審議。</a:t>
            </a:r>
            <a:br/>
            <a:r>
              <a:t>這不是侵犯，而是合法制衡。A的「侵犯」是錯誤用詞，因為這是憲法允許的。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751636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7516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常見錯誤：看到行政院「反對」立法院，容易直覺選「侵犯立法權」。但覆議是憲法明文規定的制衡機制，不是違法干預。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類題練習 ①：情境判斷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老師引導思考——先找關鍵字，再對應權力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D700"/>
                </a:solidFill>
              </a:defRPr>
            </a:pPr>
            <a:r>
              <a:t>解題三步驟：</a:t>
            </a:r>
          </a:p>
          <a:p>
            <a:pPr>
              <a:spcAft>
                <a:spcPts val="600"/>
              </a:spcAft>
              <a:defRPr sz="2200">
                <a:solidFill>
                  <a:srgbClr val="FFD700"/>
                </a:solidFill>
              </a:defRPr>
            </a:pPr>
            <a:r>
              <a:t>  Step 1：看主詞（誰在做？——總統？立委？法官？）</a:t>
            </a:r>
          </a:p>
          <a:p>
            <a:pPr>
              <a:spcAft>
                <a:spcPts val="600"/>
              </a:spcAft>
              <a:defRPr sz="2200">
                <a:solidFill>
                  <a:srgbClr val="FFD700"/>
                </a:solidFill>
              </a:defRPr>
            </a:pPr>
            <a:r>
              <a:t>  Step 2：看動作（做什麼？——開罰？修法？判決？）</a:t>
            </a:r>
          </a:p>
          <a:p>
            <a:pPr>
              <a:spcAft>
                <a:spcPts val="600"/>
              </a:spcAft>
              <a:defRPr sz="2200">
                <a:solidFill>
                  <a:srgbClr val="FFD700"/>
                </a:solidFill>
              </a:defRPr>
            </a:pPr>
            <a:r>
              <a:t>  Step 3：對表格（屬於哪一權？有沒有制衡關係？）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7744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第4題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某直轄市長認為議會通過的地方自治條例有違憲疑義，</a:t>
            </a:r>
            <a:br/>
            <a:r>
              <a:t>向司法院聲請解釋憲法。請問這屬於？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行政權監督立法權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42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司法權被動啟動釋憲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立法權審查行政權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371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監察權調查地方自治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2180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58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790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理由：市長（行政）認為法規違憲，向司法院大法官聲請釋憲，是啟動司法權的違憲審查機制。</a:t>
            </a:r>
            <a:br/>
            <a:r>
              <a:t>司法權是被動的——不告不理，必須有人聲請才能啟動。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23620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2362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常見錯誤：易誤選A，因為看起來是行政對立法有意見。但這裡的關鍵是「聲請釋憲」，動作是交給司法機關裁判，不是行政自己否定法律。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類題練習 ②：越界或合法？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區分「合法制衡」與「權力越界」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核心判斷：合法制衡是憲法允許的；越界是把別人的權力抢來自己做。</a:t>
            </a:r>
          </a:p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  ▸ 合法制衡：質詢、審預算、覆議、釋憲</a:t>
            </a:r>
          </a:p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  ▸ 權力越界：行政自己宣布法律無效、立法代替法院判決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28600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第5題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80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某立法委員在質詢時要求行政院長「立刻撤換某位部長」，</a:t>
            </a:r>
            <a:br/>
            <a:r>
              <a:t>否則將刪減該部會預算。此舉是否恰當？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完全恰當，立法權本來就可以干預人事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50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不恰當，人事任命權屬於行政權，立法不能直接強迫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98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恰當，因為預算權是立法院的權力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457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不恰當，應由司法權決定人事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3036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675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理由：立法委員可以質詢、可以審預算，但不能直接命令行政院長撤換部長（人事任命權屬行政權）。</a:t>
            </a:r>
            <a:br/>
            <a:r>
              <a:t>用預算威脅要求撤換，已經逾越監督範圍，侵犯行政權的人事決定權。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14476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1447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常見錯誤：易誤選C——以為「有預算權就可以為所欲為」。預算權是審查政府花費，不是拿來交換人事的手段。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類題練習 ③：司法權的特殊性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司法權是「被動」、「中立」、「個案」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司法權三特性（考試最愛考）：</a:t>
            </a:r>
          </a:p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  ▸ 被動性：不告不理（沒有人起訴，法院不能主動審判）</a:t>
            </a:r>
          </a:p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  ▸ 中立性：法官獨立審判，不受行政或立法干涉</a:t>
            </a:r>
          </a:p>
          <a:p>
            <a:pPr>
              <a:spcAft>
                <a:spcPts val="600"/>
              </a:spcAft>
              <a:defRPr sz="2000">
                <a:solidFill>
                  <a:srgbClr val="FFD700"/>
                </a:solidFill>
              </a:defRPr>
            </a:pPr>
            <a:r>
              <a:t>  ▸ 個案性：只處理具體案件，不主動解釋抽象法律問題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7744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第6題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某民間團體認為《道路交通管理處罰條例》某條文違憲，</a:t>
            </a:r>
            <a:br/>
            <a:r>
              <a:t>直接向大法官聲請釋憲，但被駁回。為什麼？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大法官不想處理這個案子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42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民間團體不能直接聲請釋憲，須經由法院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條文根本沒有違憲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371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大法官只處理行政機關的聲請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2180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58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790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理由：根據現行制度，人民不能直接聲請釋憲，必須在訴訟過程中由「承審法院」認為法律有違憲疑義，</a:t>
            </a:r>
            <a:br/>
            <a:r>
              <a:t>裁定停止訴訟後，才能由法院向大法官聲請解釋。這就是司法權的被動性。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23620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2362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常見錯誤：常有人以為「我覺得違憲就可以直接找大法官」，但大法官不受理個人的直接聲請（有例外但很少）。</a:t>
            </a:r>
            <a:br/>
            <a:r>
              <a:t>關鍵：司法權必須透過「案件」才能啟動。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跨章節整合：我國中央政府體制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總統 vs 行政院長，權力怎麼分？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我國（雙首長制）特色：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總統：國家元首，國防外交，任命行政院長（不需立法院同意）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行政院長：最高行政首長，對立法院負責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立法院：可對行政院長提出不信任案（倒閣）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▸ 總統：在立法院倒閣後，可解散立法院（反制）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這整套機制就是「行政 vs 立法」的完整制衡設計！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第7題：跨章節應用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立法院通過對行政院長的不信任案後，</a:t>
            </a:r>
            <a:br/>
            <a:r>
              <a:t>行政院長應如何回應？（依我國憲法增修條文）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行政院長必須辭職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總統可以解散立法院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行政院長可以提覆議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77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A和B都是正確的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96188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099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1908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理由：不信任案通過後，行政院長須辭職（A）；總統可在十天內諮詢立法院長後，宣告解散立法院（B）。</a:t>
            </a:r>
            <a:br/>
            <a:r>
              <a:t>這是憲法設計的制衡：立法院可以倒閣，總統可以解散國會。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87628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876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常見錯誤：很多人只記得「倒閣=行政院長下台」，忘了總統還有解散立法院的反制權力。制衡是雙向的！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A2A44"/>
                </a:solidFill>
              </a:defRPr>
            </a:pPr>
            <a:r>
              <a:t>常見錯誤總整理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371600"/>
            <a:ext cx="5303520" cy="457200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5350"/>
                </a:solidFill>
              </a:defRPr>
            </a:pPr>
            <a:r>
              <a:t>❌ 錯誤觀念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1. 質詢 = 行政立法吵架（X）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→ 質詢是合法監督機制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2. 有罰款就是司法權（X）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→ 行政機關也可以依法行政開罰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3. 預算權可以威脅人事（X）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→ 預算審查≠人事命令權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4. 大法官可以直接受理人民（X）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→ 需經法院審理中才能聲請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✅ 正確觀念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1. 質詢是立法權制衡行政權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2. 看主詞：行政機關開罰＝行政權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法院判決＝司法權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3. 人事任命權專屬行政權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立法只能用法律規範資格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4. 司法權被動，不告不理</a:t>
            </a:r>
          </a:p>
          <a:p>
            <a:pPr>
              <a:spcAft>
                <a:spcPts val="600"/>
              </a:spcAft>
              <a:defRPr sz="1700">
                <a:solidFill>
                  <a:srgbClr val="E8F4F8"/>
                </a:solidFill>
              </a:defRPr>
            </a:pPr>
            <a:r>
              <a:t>   須透過案件程序才能啟動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A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A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0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0A3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0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0A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0A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0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0A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CDA5"/>
                </a:solidFill>
              </a:defRPr>
            </a:pPr>
            <a:r>
              <a:t>本課總結：權力分立與制衡 答題思考流程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097280"/>
            <a:ext cx="11247120" cy="29260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280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遇到情境題，三步驟解題：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① 找主詞：是誰在做？（總統/市長/立委/法官/大法官）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② 找動作：做什麼？（開罰/修法/質詢/釋憲/判決/覆議）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③ 對權力表：行政做事+執行／立法制定+審查／司法審判+解釋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進階判斷：是「合法制衡」還是「權力越界」？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→ 質詢、審預算、覆議、釋憲、不信任案、解散國會 → 合法</a:t>
            </a:r>
          </a:p>
          <a:p>
            <a:pPr>
              <a:spcAft>
                <a:spcPts val="600"/>
              </a:spcAft>
              <a:defRPr sz="2000">
                <a:solidFill>
                  <a:srgbClr val="E8F4F8"/>
                </a:solidFill>
              </a:defRPr>
            </a:pPr>
            <a:r>
              <a:t>  → 行政拒執行法律、立法強迫人事、法院主動調查 → 越界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4754880"/>
          </a:xfrm>
          <a:prstGeom prst="round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🎲 最後一題：總檢核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某法官在審理一起酒駕案件時，認為《刑法》某條文違憲，</a:t>
            </a:r>
            <a:br/>
            <a:r>
              <a:t>於是裁定停止審判，向大法官聲請釋憲。請問這說明了什麼？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A. 司法權的主動性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71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B. 立法權優於司法權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18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C. 司法權的違憲審查啟動方式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659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F4F8"/>
                </a:solidFill>
              </a:defRPr>
            </a:pPr>
            <a:r>
              <a:t>D. 行政權干預司法審判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7150608"/>
            <a:ext cx="10515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72877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</a:defRPr>
            </a:pPr>
            <a:r>
              <a:t>正解：C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607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F4F8"/>
                </a:solidFill>
              </a:defRPr>
            </a:pPr>
            <a:r>
              <a:t>理由：法官在審理具體案件時，若認為適用法律有違憲疑義，可裁定停止審判並聲請釋憲。</a:t>
            </a:r>
            <a:br/>
            <a:r>
              <a:t>這正是司法權違憲審查的啟動方式，也體現了司法權的被動性（須有案件在先）。</a:t>
            </a:r>
            <a:br/>
            <a:r>
              <a:t>A錯在司法權不是主動的；B錯在法律是否違憲由大法官判斷，不是立法權說了算。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8065008"/>
            <a:ext cx="73152" cy="54864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806500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8C42"/>
                </a:solidFill>
              </a:defRPr>
            </a:pPr>
            <a:r>
              <a:t>常見錯誤：法官聲請釋憲常被誤以為是「法官不認同法律」，其實這是憲法賦予法官的義務——</a:t>
            </a:r>
            <a:br/>
            <a:r>
              <a:t>當發現法律可能違憲時，法官有責任暫停審判並聲請解釋。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